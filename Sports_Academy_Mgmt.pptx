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SPORTS ACADEMY</a:t>
            </a:r>
          </a:p>
          <a:p>
            <a:pPr>
              <a:defRPr sz="4000" b="1">
                <a:solidFill>
                  <a:srgbClr val="93C5FD"/>
                </a:solidFill>
                <a:latin typeface="Aptos Display"/>
              </a:defRPr>
            </a:pPr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260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Presented by: Vidhi Sukhlecha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MSc Semester IV • Computer Science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Shri Jain Kanya P.G. Mahavidhyalaya, Bikaner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Session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My academic and project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Vidhi Sukhlecha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30632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MSc Semester IV</a:t>
            </a:r>
            <a:br/>
            <a:r>
              <a:t>Computer Science</a:t>
            </a:r>
            <a:br/>
            <a:br/>
            <a:r>
              <a:t>Project: Sports Academy Management System</a:t>
            </a:r>
            <a:br/>
            <a:br/>
            <a:r>
              <a:t>I worked on the web interface, PHP backend and MySQL database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80160"/>
            <a:ext cx="64008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17319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College &amp;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47088"/>
            <a:ext cx="30632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Shri Jain Kanya P.G. Mahavidhyalaya, Bikaner</a:t>
            </a:r>
            <a:br/>
            <a:br/>
            <a:r>
              <a:t>Maharaja Ganga Singh University, Bikaner</a:t>
            </a:r>
            <a:br/>
            <a:br/>
            <a:r>
              <a:t>Session 2025–26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280160"/>
            <a:ext cx="33832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79" y="1280160"/>
            <a:ext cx="6400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1417319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My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1847088"/>
            <a:ext cx="3063240" cy="3703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• Interface screens</a:t>
            </a:r>
            <a:br/>
            <a:r>
              <a:t>• PHP coding</a:t>
            </a:r>
            <a:br/>
            <a:r>
              <a:t>• MySQL database</a:t>
            </a:r>
            <a:br/>
            <a:r>
              <a:t>• Student management</a:t>
            </a:r>
            <a:br/>
            <a:r>
              <a:t>• Coach management</a:t>
            </a:r>
            <a:br/>
            <a:r>
              <a:t>• Slots &amp; fees</a:t>
            </a:r>
            <a:br/>
            <a:r>
              <a:t>• Edit / delete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Purpose of the Sports Academy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Web-based application for managing academy information.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Main focus: admin-side management.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Connects HTML/CSS/JavaScript pages with PHP and MySQL.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Manages students, coaches, sports, time slots and fee records.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The report follows SDLC stages including planning, analysis, design, coding and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41732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41732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Admin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84248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Central place to manage academy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78892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2788920"/>
            <a:ext cx="6400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926079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55848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Structured storage using MySQL.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4160520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416052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2976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Web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727448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Forms, tables and dashboard screens.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Main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Provide a simple admin interface.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Maintain complete student information.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Maintain coach information and experience.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Manage sports and time slots.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Track student fee records.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Allow records to be edited or deleted.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Display total and available seats for slots.</a:t>
            </a:r>
          </a:p>
          <a:p>
            <a:pPr>
              <a:spcAft>
                <a:spcPts val="9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Demonstrate frontend + backend + database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Frontend, backend and database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2148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Page structure, forms, tables and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6400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17319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47088"/>
            <a:ext cx="2148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Layout, styling, forms, tables and responsive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28016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28016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19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47088"/>
            <a:ext cx="2148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Client-side interaction and interface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128016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280160"/>
            <a:ext cx="6400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417319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PHP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47088"/>
            <a:ext cx="21488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Server-side processing, sessions and database operations.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347472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57400" y="347472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0280" y="3611879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041648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Relational database for academy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47472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0" y="3474720"/>
            <a:ext cx="6400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3611879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MySQLi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041648"/>
            <a:ext cx="306324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PHP connection to the sports_academy database.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Admin Modules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How I would explain the system during the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14300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143000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1.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1028700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Admin enters email/phone and password.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64008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2.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1028700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Admin reaches the main control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8892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788920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26079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3.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55848"/>
            <a:ext cx="1028700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View, edit, delete and deposit fees.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1188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11880"/>
            <a:ext cx="64008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74904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4. Coaches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78808"/>
            <a:ext cx="1028700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View, edit and delete coach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3484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434840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7200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5. Slots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01768"/>
            <a:ext cx="1028700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View sports, timings and seat availability.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257800"/>
            <a:ext cx="10607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5257800"/>
            <a:ext cx="64008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287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6. Sports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824728"/>
            <a:ext cx="1028700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Navigate Basketball, Cricket, Running, Badminton and Karate.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Login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Important screens from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54864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5303520" cy="45262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" y="5852159"/>
            <a:ext cx="5266944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Login page • Report page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349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1280160"/>
            <a:ext cx="5166359" cy="4526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5852159"/>
            <a:ext cx="5129783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Dashboard • Report page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Student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Admin can maintain student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649224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309359" cy="45262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52159"/>
            <a:ext cx="6272783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Student details • Report page 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371600"/>
            <a:ext cx="4069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Student ID and name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Sport, parents and phone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Address and date of birth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Assigned slot and coach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Fee deposit action</a:t>
            </a:r>
          </a:p>
          <a:p>
            <a:pPr>
              <a:spcAft>
                <a:spcPts val="9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Edit and delete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Coach &amp; Slot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Managing coaches, sports and capacity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303520" cy="4480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806440"/>
            <a:ext cx="5266944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Coach details • Report page 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88720"/>
            <a:ext cx="53492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1280160"/>
            <a:ext cx="5166359" cy="44805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3368" y="5806440"/>
            <a:ext cx="5129783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View slot • Report page 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Main tables used by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6235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40680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" y="5943600"/>
            <a:ext cx="5404104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Aptos"/>
              </a:defRPr>
            </a:pPr>
            <a:r>
              <a:t>Database tables • Report page 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43000"/>
            <a:ext cx="4800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09928"/>
            <a:ext cx="4480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Admin login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4800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103120"/>
            <a:ext cx="6400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79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70048"/>
            <a:ext cx="4480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Student details, sport, slot and coach.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63240"/>
            <a:ext cx="4800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063240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20040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Coach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30168"/>
            <a:ext cx="4480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Coach name, sport, contact and experience.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800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023360"/>
            <a:ext cx="64008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605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90288"/>
            <a:ext cx="4480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Sports, timings and seat availability.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983480"/>
            <a:ext cx="4800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983480"/>
            <a:ext cx="6400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12064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Fees_record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550408"/>
            <a:ext cx="4480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Fee-related information.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Coding &amp;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How the screens communicate with the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675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• PHP connects to MySQL using MySQLi.</a:t>
            </a:r>
          </a:p>
          <a:p>
            <a:pPr>
              <a:spcAft>
                <a:spcPts val="9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• Database name used in the code: sports_academy.</a:t>
            </a:r>
          </a:p>
          <a:p>
            <a:pPr>
              <a:spcAft>
                <a:spcPts val="9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• SELECT queries retrieve student and coach data.</a:t>
            </a:r>
          </a:p>
          <a:p>
            <a:pPr>
              <a:spcAft>
                <a:spcPts val="9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• UPDATE queries modify existing records.</a:t>
            </a:r>
          </a:p>
          <a:p>
            <a:pPr>
              <a:spcAft>
                <a:spcPts val="9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• DELETE queries remove selected records.</a:t>
            </a:r>
          </a:p>
          <a:p>
            <a:pPr>
              <a:spcAft>
                <a:spcPts val="9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• PHP sessions maintain login state.</a:t>
            </a:r>
          </a:p>
          <a:p>
            <a:pPr>
              <a:spcAft>
                <a:spcPts val="9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• HTML forms send data to PHP backend files.</a:t>
            </a:r>
          </a:p>
          <a:p>
            <a:pPr>
              <a:spcAft>
                <a:spcPts val="900"/>
              </a:spcAft>
              <a:defRPr sz="1550">
                <a:solidFill>
                  <a:srgbClr val="1F2937"/>
                </a:solidFill>
                <a:latin typeface="Aptos"/>
              </a:defRPr>
            </a:pPr>
            <a:r>
              <a:t>• Slot availability is calculated from the number of students in each sport and slot.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23444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23444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19" y="137160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Student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1801368"/>
            <a:ext cx="3337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Form / request → PHP → MySQL → HTML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4320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743200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288036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Update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19" y="3310128"/>
            <a:ext cx="3337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Edit form → PHP backend → UPDATE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251960"/>
            <a:ext cx="3657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4251960"/>
            <a:ext cx="64008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19" y="438912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2233"/>
                </a:solidFill>
                <a:latin typeface="Aptos"/>
              </a:defRPr>
            </a:pPr>
            <a:r>
              <a:t>Slot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4818888"/>
            <a:ext cx="3337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F2937"/>
                </a:solidFill>
                <a:latin typeface="Aptos"/>
              </a:defRPr>
            </a:pPr>
            <a:r>
              <a:t>Count students → calculate available seats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What the admin system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Admin login and session handling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Dashboard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Student management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Coach management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Sports navigation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Time-slot display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Seat availability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Fee deposit action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Edit and delete records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MySQL database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2344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Clean web forms and tables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PHP backend processing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SQL-based data retrieval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CRUD-style operations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Responsive interface elements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Separate pages for sports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Structured database tables</a:t>
            </a:r>
          </a:p>
          <a:p>
            <a:pPr>
              <a:spcAft>
                <a:spcPts val="9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Practical database-driven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2233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046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What I learned and what I can explain in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I learned how a complete database-driven web application works.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I worked with frontend design, PHP backend logic and MySQL.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I understood how forms, SQL queries and database records connect.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I gained practical experience with student, coach, slot and fee management.</a:t>
            </a:r>
          </a:p>
          <a:p>
            <a:pPr>
              <a:spcAft>
                <a:spcPts val="9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The project demonstrates my practical skills in web development and database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Aptos Display"/>
              </a:defRPr>
            </a:pPr>
            <a:r>
              <a:t>THANK YOU  • 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  <a:latin typeface="Aptos"/>
              </a:defRPr>
            </a:pPr>
            <a:r>
              <a:t>Sports Academy Management System  •  Vidhi Sukhlecha  •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